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10f3fce0624bf9" /><Relationship Type="http://schemas.openxmlformats.org/officeDocument/2006/relationships/extended-properties" Target="/docProps/app.xml" Id="R69e6ab372ab3420b" /><Relationship Type="http://schemas.openxmlformats.org/officeDocument/2006/relationships/officeDocument" Target="/ppt/presentation.xml" Id="Re582b5653d5746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55e5877be40d7"/>
  </p:sldMasterIdLst>
  <p:notesMasterIdLst>
    <p:notesMasterId xmlns:r="http://schemas.openxmlformats.org/officeDocument/2006/relationships" r:id="R0dbdc00e910c48f3"/>
  </p:notesMasterIdLst>
  <p:sldIdLst>
    <p:sldId xmlns:r="http://schemas.openxmlformats.org/officeDocument/2006/relationships" id="256" r:id="Rdf3642cfffa14c32"/>
    <p:sldId xmlns:r="http://schemas.openxmlformats.org/officeDocument/2006/relationships" id="257" r:id="R20a0e28bde134325"/>
    <p:sldId xmlns:r="http://schemas.openxmlformats.org/officeDocument/2006/relationships" id="258" r:id="R1a2e088fdfb54c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01c902ce5141e3" /><Relationship Type="http://schemas.openxmlformats.org/officeDocument/2006/relationships/slideMaster" Target="/ppt/slideMasters/slideMaster1.xml" Id="R9ce55e5877be40d7" /><Relationship Type="http://schemas.openxmlformats.org/officeDocument/2006/relationships/notesMaster" Target="/ppt/notesMasters/notesMaster1.xml" Id="R0dbdc00e910c48f3" /><Relationship Type="http://schemas.openxmlformats.org/officeDocument/2006/relationships/presProps" Target="/ppt/presProps.xml" Id="Rd947f56afde6433e" /><Relationship Type="http://schemas.openxmlformats.org/officeDocument/2006/relationships/tableStyles" Target="/ppt/tableStyles.xml" Id="R472adf867c6f40b5" /><Relationship Type="http://schemas.openxmlformats.org/officeDocument/2006/relationships/slide" Target="/ppt/slides/slide1.xml" Id="Rdf3642cfffa14c32" /><Relationship Type="http://schemas.openxmlformats.org/officeDocument/2006/relationships/slide" Target="/ppt/slides/slide2.xml" Id="R20a0e28bde134325" /><Relationship Type="http://schemas.openxmlformats.org/officeDocument/2006/relationships/slide" Target="/ppt/slides/slide3.xml" Id="R1a2e088fdfb54c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1c85e4edee48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cc768dd85b4998" /><Relationship Type="http://schemas.openxmlformats.org/officeDocument/2006/relationships/notesMaster" Target="/ppt/notesMasters/notesMaster1.xml" Id="Rab2be3a8831d4f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6f40089c364237" /><Relationship Type="http://schemas.openxmlformats.org/officeDocument/2006/relationships/notesMaster" Target="/ppt/notesMasters/notesMaster1.xml" Id="Rc31810fe2eee47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0acf385a1a4138" /><Relationship Type="http://schemas.openxmlformats.org/officeDocument/2006/relationships/notesMaster" Target="/ppt/notesMasters/notesMaster1.xml" Id="R7ef52bc3f6ca4b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11f8f41074e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c64d686f2c4228" /><Relationship Type="http://schemas.openxmlformats.org/officeDocument/2006/relationships/slideLayout" Target="/ppt/slideLayouts/slideLayout1.xml" Id="R59e11cc6928944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e11cc6928944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b6825184244fb" /><Relationship Type="http://schemas.openxmlformats.org/officeDocument/2006/relationships/image" Target="/ppt/media/image.png" Id="R6ea45ea67ba54eb5" /><Relationship Type="http://schemas.openxmlformats.org/officeDocument/2006/relationships/image" Target="/ppt/media/image2.png" Id="Rb28bda97d7cc478a" /><Relationship Type="http://schemas.openxmlformats.org/officeDocument/2006/relationships/notesSlide" Target="/ppt/notesSlides/notesSlide1.xml" Id="R2a414530eca649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0147a36b643a9" /><Relationship Type="http://schemas.openxmlformats.org/officeDocument/2006/relationships/image" Target="/ppt/media/image3.png" Id="Rdd165e4d85684219" /><Relationship Type="http://schemas.openxmlformats.org/officeDocument/2006/relationships/image" Target="/ppt/media/image4.png" Id="Re562a4e14b284c71" /><Relationship Type="http://schemas.openxmlformats.org/officeDocument/2006/relationships/notesSlide" Target="/ppt/notesSlides/notesSlide2.xml" Id="R643d93d1a8ca48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f38ee51fe46f5" /><Relationship Type="http://schemas.openxmlformats.org/officeDocument/2006/relationships/image" Target="/ppt/media/image5.png" Id="R42e389f9e52c4f62" /><Relationship Type="http://schemas.openxmlformats.org/officeDocument/2006/relationships/image" Target="/ppt/media/image6.png" Id="Rea16214a209848b5" /><Relationship Type="http://schemas.openxmlformats.org/officeDocument/2006/relationships/notesSlide" Target="/ppt/notesSlides/notesSlide3.xml" Id="R4984d50e7a2a4d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45ea67ba54eb5"/>
          <a:stretch xmlns:a="http://schemas.openxmlformats.org/drawingml/2006/main"/>
        </p:blipFill>
        <p:spPr>
          <a:xfrm xmlns:a="http://schemas.openxmlformats.org/drawingml/2006/main">
            <a:off x="800100" y="6667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bda97d7cc478a"/>
          <a:stretch xmlns:a="http://schemas.openxmlformats.org/drawingml/2006/main"/>
        </p:blipFill>
        <p:spPr>
          <a:xfrm xmlns:a="http://schemas.openxmlformats.org/drawingml/2006/main">
            <a:off x="1695450" y="783014"/>
            <a:ext cx="1762125" cy="472322"/>
          </a:xfrm>
          <a:prstGeom xmlns:a="http://schemas.openxmlformats.org/drawingml/2006/main" prst="rect">
            <a:avLst/>
          </a:prstGeom>
        </p:spPr>
      </p:pic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4D64A5DC-AB2B-4D3D-BDB7-18BD7557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PRESENTATION TITLE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426BEB7-0D01-4A76-BC0C-922966A9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A clear subtitle that frames the decision, story or opportunity.</a:t>
            </a:r>
          </a:p>
        </p:txBody>
      </p:sp>
      <p:sp>
        <p:nvSpPr>
          <p:cNvPr id="5" name="gold-rule">
            <a:extLst xmlns:a="http://schemas.openxmlformats.org/drawingml/2006/main">
              <a:ext uri="{FF2B5EF4-FFF2-40B4-BE49-F238E27FC236}">
                <a16:creationId xmlns:a16="http://schemas.microsoft.com/office/drawing/2014/main" id="{0A3FC6BD-214A-4DD3-89F4-B705D005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566"/>
          </a:solidFill>
          <a:ln xmlns:a="http://schemas.openxmlformats.org/drawingml/2006/main" w="0">
            <a:solidFill>
              <a:srgbClr val="C7A566"/>
            </a:solidFill>
            <a:prstDash val="solid"/>
          </a:ln>
        </p:spPr>
      </p:sp>
      <p:sp>
        <p:nvSpPr>
          <p:cNvPr id="6" name="metadata">
            <a:extLst xmlns:a="http://schemas.openxmlformats.org/drawingml/2006/main">
              <a:ext uri="{FF2B5EF4-FFF2-40B4-BE49-F238E27FC236}">
                <a16:creationId xmlns:a16="http://schemas.microsoft.com/office/drawing/2014/main" id="{9D016112-758E-4413-9F0F-6CDD5445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566"/>
                </a:solidFill>
              </a:defRPr>
            </a:pPr>
            <a:r>
              <a:rPr sz="975" b="1">
                <a:solidFill>
                  <a:srgbClr val="C7A566"/>
                </a:solidFill>
              </a:rPr>
              <a:t>AUTHOR / TEAM  •  MONTH YYYY</a:t>
            </a:r>
          </a:p>
        </p:txBody>
      </p:sp>
      <p:sp>
        <p:nvSpPr>
          <p:cNvPr id="7" name="tagline">
            <a:extLst xmlns:a="http://schemas.openxmlformats.org/drawingml/2006/main">
              <a:ext uri="{FF2B5EF4-FFF2-40B4-BE49-F238E27FC236}">
                <a16:creationId xmlns:a16="http://schemas.microsoft.com/office/drawing/2014/main" id="{43DD5831-50B9-447E-B99B-31D72408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57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F7680"/>
                </a:solidFill>
              </a:defRPr>
            </a:pPr>
            <a:r>
              <a:rPr sz="825">
                <a:solidFill>
                  <a:srgbClr val="6F7680"/>
                </a:solidFill>
              </a:rPr>
              <a:t>RUN YOUR BUSINESS. ELEVATE EXPERIENCES.</a:t>
            </a:r>
          </a:p>
        </p:txBody>
      </p:sp>
    </p:spTree>
    <p:extLst>
      <p:ext uri="{BB962C8B-B14F-4D97-AF65-F5344CB8AC3E}">
        <p14:creationId xmlns:p14="http://schemas.microsoft.com/office/powerpoint/2010/main" val="1879697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65e4d85684219"/>
          <a:stretch xmlns:a="http://schemas.openxmlformats.org/drawingml/2006/main"/>
        </p:blipFill>
        <p:spPr>
          <a:xfrm xmlns:a="http://schemas.openxmlformats.org/drawingml/2006/main">
            <a:off x="731227" y="590550"/>
            <a:ext cx="2842846" cy="762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AC3CC70-8D48-461F-8F6B-667E4C1D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A566"/>
                </a:solidFill>
              </a:defRPr>
            </a:pPr>
            <a:r>
              <a:rPr sz="975" b="1">
                <a:solidFill>
                  <a:srgbClr val="C7A566"/>
                </a:solidFill>
              </a:rPr>
              <a:t>KAIVO PRESENTS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C28003B4-2229-4F57-A21F-F276693B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191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B0D"/>
                </a:solidFill>
              </a:defRPr>
            </a:pPr>
            <a:r>
              <a:rPr sz="4350" b="1">
                <a:solidFill>
                  <a:srgbClr val="0A0B0D"/>
                </a:solidFill>
              </a:rPr>
              <a:t>PRESENTATION</a:t>
            </a:r>
          </a:p>
          <a:p xmlns:a="http://schemas.openxmlformats.org/drawingml/2006/main">
            <a:pPr>
              <a:defRPr sz="4350" b="1">
                <a:solidFill>
                  <a:srgbClr val="0A0B0D"/>
                </a:solidFill>
              </a:defRPr>
            </a:pPr>
            <a:r>
              <a:rPr sz="4350" b="1">
                <a:solidFill>
                  <a:srgbClr val="0A0B0D"/>
                </a:solidFill>
              </a:rPr>
              <a:t>TITLE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26C4B8BD-250B-49A8-9B5E-E4903B39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F7680"/>
                </a:solidFill>
              </a:defRPr>
            </a:pPr>
            <a:r>
              <a:rPr sz="1725">
                <a:solidFill>
                  <a:srgbClr val="6F7680"/>
                </a:solidFill>
              </a:rPr>
              <a:t>A concise line that makes the purpose immediately clear.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2a4e14b284c71"/>
          <a:stretch xmlns:a="http://schemas.openxmlformats.org/drawingml/2006/main"/>
        </p:blipFill>
        <p:spPr>
          <a:xfrm xmlns:a="http://schemas.openxmlformats.org/drawingml/2006/main">
            <a:off x="7524750" y="142875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metadata">
            <a:extLst xmlns:a="http://schemas.openxmlformats.org/drawingml/2006/main">
              <a:ext uri="{FF2B5EF4-FFF2-40B4-BE49-F238E27FC236}">
                <a16:creationId xmlns:a16="http://schemas.microsoft.com/office/drawing/2014/main" id="{102E0E6E-0896-47B3-8990-05B2DE6D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A0B0D"/>
                </a:solidFill>
              </a:defRPr>
            </a:pPr>
            <a:r>
              <a:rPr sz="900" b="1">
                <a:solidFill>
                  <a:srgbClr val="0A0B0D"/>
                </a:solidFill>
              </a:rPr>
              <a:t>AUTHOR / TEAM   |   MONTH YYYY</a:t>
            </a:r>
          </a:p>
        </p:txBody>
      </p:sp>
    </p:spTree>
    <p:extLst>
      <p:ext uri="{BB962C8B-B14F-4D97-AF65-F5344CB8AC3E}">
        <p14:creationId xmlns:p14="http://schemas.microsoft.com/office/powerpoint/2010/main" val="2094674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C7A5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389f9e52c4f62"/>
          <a:stretch xmlns:a="http://schemas.openxmlformats.org/drawingml/2006/main"/>
        </p:blipFill>
        <p:spPr>
          <a:xfrm xmlns:a="http://schemas.openxmlformats.org/drawingml/2006/main">
            <a:off x="914400" y="8382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5F1B46A-E9A6-47FB-B699-86355633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A0B0D"/>
                </a:solidFill>
              </a:defRPr>
            </a:pPr>
            <a:r>
              <a:rPr sz="975" b="1">
                <a:solidFill>
                  <a:srgbClr val="0A0B0D"/>
                </a:solidFill>
              </a:rPr>
              <a:t>SECTION 01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8CAD64F8-F42E-4816-A0B1-FFBA06D2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A0B0D"/>
                </a:solidFill>
              </a:defRPr>
            </a:pPr>
            <a:r>
              <a:rPr sz="4800" b="1">
                <a:solidFill>
                  <a:srgbClr val="0A0B0D"/>
                </a:solidFill>
              </a:rPr>
              <a:t>SECTION TITLE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8B6B6FCA-88AB-4F84-AED2-5478241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A0B0D"/>
                </a:solidFill>
              </a:defRPr>
            </a:pPr>
            <a:r>
              <a:rPr sz="1725">
                <a:solidFill>
                  <a:srgbClr val="0A0B0D"/>
                </a:solidFill>
              </a:rPr>
              <a:t>Use this cover to mark a meaningful shift in the story.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6214a209848b5"/>
          <a:stretch xmlns:a="http://schemas.openxmlformats.org/drawingml/2006/main"/>
        </p:blipFill>
        <p:spPr>
          <a:xfrm xmlns:a="http://schemas.openxmlformats.org/drawingml/2006/main">
            <a:off x="9858375" y="5945760"/>
            <a:ext cx="1476375" cy="3957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07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2026-08-09T18:46:14.2450000Z</dcterms:created>
  <dcterms:modified xsi:type="dcterms:W3CDTF">2026-08-09T18:46:14.2450000Z</dcterms:modified>
</coreProperties>
</file>